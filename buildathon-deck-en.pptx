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0E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D4A017"/>
                </a:solidFill>
                <a:latin typeface="Helvetica Neue"/>
              </a:rPr>
              <a:t>XRPL BUILDER · BUILDATHON PROPOSAL · v0.1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4EFE6"/>
                </a:solidFill>
                <a:latin typeface="Helvetica Neue"/>
              </a:rPr>
              <a:t>Buildathon XRPL Commons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F4EFE6"/>
                </a:solidFill>
                <a:latin typeface="Helvetica Neue"/>
              </a:rPr>
              <a:t>Recommendations summary · 12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10944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One slide per section. The main proposal (recommendation), not the alternatives.</a:t>
            </a:r>
          </a:p>
          <a:p>
            <a:r>
              <a:rPr sz="800" b="0">
                <a:latin typeface="Helvetica Neue"/>
              </a:rPr>
              <a:t/>
            </a:r>
          </a:p>
          <a:p>
            <a:r>
              <a:rPr sz="1400" b="1">
                <a:solidFill>
                  <a:srgbClr val="0E1116"/>
                </a:solidFill>
                <a:latin typeface="Helvetica Neue"/>
              </a:rPr>
              <a:t>Sections covered: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00 · Strategic synthesis — 4 models to arbitrate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01 · Name · 02 · Format &amp; cadence · 03 · Timing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04 · Challenge register · 05 · Prizes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06 · Jury composition · 07 · Criteria · 08 · Teams</a:t>
            </a:r>
          </a:p>
          <a:p>
            <a:r>
              <a:rPr sz="1200" b="0">
                <a:solidFill>
                  <a:srgbClr val="0E1116"/>
                </a:solidFill>
                <a:latin typeface="Helvetica Neue"/>
              </a:rPr>
              <a:t>  • 09 · Office Hours · 11 · Inspiration · 12 · Final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8605A"/>
                </a:solidFill>
                <a:latin typeface="Helvetica Neue"/>
              </a:rPr>
              <a:t>Source: xrpl-builder.vercel.app/en/buildathon  ·  XRPL Commons committee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Strategic synthesis — 3 models to arbitrate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Hybrid B + C · annual flagship + continuous waves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A 30-day flagship Buildathon (Colosseum model) + 2-3 continuous 14-day waves per year (Akindo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3 models are not mutually exclusive. The market shows that ecosystems producing serious founders combine a flagship event (strong signal, media coverage, deadline that forces delivery) + an ongoing program (continuous activation, permanent onboarding, milestone-based iteration).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01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year-round ecosystem activity · robust VC pipeline · deadline-driven + iteration-driven · continuous onboarding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2 systems to operate (an event + a platform) · requires on-chain infrastructure for waves · more organizational overhead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Name — what do we call this thing?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Building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Tagline: "Where institutional DeFi gets built"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Short, action-oriented, evokes a workspace where building happens. Continuity with the "XRPL Zone" Paris PWG brand asset (April 2026) without being too tied to it — works as a standalone event name.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4106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punchy, action verb, neutral enough to scale beyond a single event, low marketing cost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doesn't say "XRPL" — needs a sub-tag for context (e.g. "Building zone · XRPL")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2/12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Format &amp; cadence — how long, what rhythm?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30 days · full online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Day 0 kickoff → 28 days build → Day 29 freeze → Day 30 Demo Day. 100% remote.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Compact 30-day sprint, fully online. No travel, no in-person logistics — every team competes on equal footing globally. Long enough to ship a credible MVP + working demo (4 weeks of build), short enough to maintain urgency.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1726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0: Kickoff online, presentation and Q&amp;A session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1 → Day 28: Build phase — 2 office-hour sessions/week (30min each)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29: Pitch deck freeze + Demo freeze — code, deck, video demo all locked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Day 30: Demo Day online (livestream) — mandatory gate: project deployed on XRPL mainnet with measurable on-chain activity via SourceTag (volume, transactions, addresses). Jury review · prizes announcement.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3/12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Timing — when does it happen?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Wed 17 June → Fri 17 July 2026 ·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Kickoff Wed 17 June, Demo Day Fri 17 July — exactly 30 days, fully 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Ships BEFORE the August summer break (builders deliver with code in hand). Aligns with XLS-66 going mainnet (lending live summer 2026). Post-PWG energy (April 2026) still fresh.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4/12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Challenge register — what can teams build?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Registry /opportunities — 39 APP opportunities, 7 themes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The Buildathon challenge register = the APP subset of the unified registry /opportunities (single source of truth · convergence PWG + ATKA + ECO + YC + interviews). The 24 TOOL opps (libraries, primitives, SDKs) are out of scope for the Buildathon — intended for existing teams / core contributors.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The OPPs in the registry are identified opportunities — ideas where we believe a potential need exists (converging signals from PWG + ATKA + ecosystem + YC + founder interviews). They are in no way a restrictive framework. All XRPL projects are allowed and welcome — whether they map to an OPP, combine several, or propose something completely different. The registry is a starting point for builders looking for inspiration, not a mandatory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Tier HIGH (×6 APP challenges) → Grand Prix Bracket. The highest-impact user-facing opps: OPP-018 · B2B Stablecoin FX desk / corridor (infra)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OPP-021 · Lending Protocol on EVM Sidechain (Morpho-style) (lending)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OPP-025 · Lending front-end on Single Asset Vault (pre-XLS-66) (lending)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OPP-031 · Compliance-native consumer payments (Wise-on-XRPL) (rwa-stable)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OPP-033 · Restaking Protocol for XRP (Babylon-fork) (evm-defi)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5/12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Prizes — what do winners get?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Pool $30k · volume-gated, paid in XRP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Total prize pool $30,000 (distributed in XRP) + perks (Aquarium fast-track, Ripple Investments intro, mentoring)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Inspired by the "RFS + live traction" model (Florence interview) — filters out polished demos, rewards builders who understand distribution.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6428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Project deployed on XRPL mainnet by day 30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Measurable on-chain activity by day 30: volume · transactions · unique addresses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6/12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Jury composition — who decides?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XRPL Commons (only)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Single-organization jury — clean ownership, fast decisions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XRPL Commons runs the jury alone. Knows the builders, knows the Atlas roadmap, owns the program quality. No coordination overhead, no scheduling nightmare, clear accountability if a result is contested.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5325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Pros: simple, fast, clear ownership, no scheduling friction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Cons: no external advocacy/accountability balance — risk of being seen as too internal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7/12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Judging criteria — how is "winning" measured?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4 criteria — simple &amp; weighted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Total = 100%, published to candidates upfront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Simple to communicate, easy to optimize as a team, no overlap. Traction is the new lever (replacing "Distribution thinking" + "Gap fit" combined): in a 30-day full-online format, real signups and demonstrated usage are the most reliable signal of fit.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8/12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Team composition — size &amp; profile?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Solo or team — no min, no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Maximum accessibility — anyone can apply, alone or with cofounders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minimum — solo applicants are welcome and eligible for all prize tiers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maximum — teams of any size can apply (but jury weights individual contribution clarity in scoring)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Geographic diversity encouraged — fully online format means anyone, anywhere can compete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Aquarium / Hackathon alumni are eligible for the dedicated "From the community" prize (€500)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9/12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09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Office Hours — team support during the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2 fixed slots/week · 30 min each + 1 IRL day/week at the Commons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During the 4-week build phase (Day 1 → Day 28, 18 Jun → 15 Jul)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Why 2 fixed slots + 1 IRL day: creates a heartbeat for the cohort (online + offline), makes mentor scheduling sane, lets teams plan their week. The day at the Commons House breaks the full-online isolation and creates cross-team bonds. The async Discord covers everything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8185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🏠 Build at the Commons House — 1 day per week, come build your project at our office. IRL coworking open to Paris-based teams (or in transit), in-person access to XRPL Commons mentors, lunch on site. Fixed day TBD (…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Tuesday 11:00–11:30 CET — Tech Office Hour (XRPL devrel + Ripple infra). Topics: XLS-66 / XLS-65 / XLS-70 specs, code review, integration debugging. Live group call (Zoom), recorded.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Thursday 16:00–16:30 CET — Product / GTM Office Hour (XRPL Commons + Aquarium alum). Topics: positioning, pitch shaping, distribution strategy, RLUSD/CEX integrations. Live group call, recorded.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On-demand AMA — async via dedicated Discord channel. ≤24h response from a rotating mentor pool of ~10 people.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1:1 office hours bookable via shared Calendly (max 30min/week per team) — for product strategy, IP/legal, fundraising prep.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10/12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🌐 Inspiration — market benchmark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Research conducted May 2026. 4 main models analyzed (Solana Colosseum, ETHGlobal, Anthropic AI hackathons, Akindo/WaveHack) + 1 generic platform (Lablab.ai). Public 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61944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short (24-48h) → superficial projects, no follow-up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Too open (accept-all) → noise, overwhelmed mentors, diluted quality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100% cash, no accelerator → winners disappear after the check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No challenge guide → random projects not aligned with real gaps (XRPL Builder avoids this thanks to /opportunities)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IRL only → entry barrier for non-US/Europe devs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11/12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0"/>
            <a:ext cx="11963095" cy="1280160"/>
          </a:xfrm>
          <a:prstGeom prst="rect">
            <a:avLst/>
          </a:prstGeom>
          <a:solidFill>
            <a:srgbClr val="ECE6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8605A"/>
                </a:solidFill>
                <a:latin typeface="Helvetica Neue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1185855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E1116"/>
                </a:solidFill>
                <a:latin typeface="Helvetica Neue"/>
              </a:rPr>
              <a:t>🎯 Final variants — committee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87722"/>
                </a:solidFill>
                <a:latin typeface="Helvetica Neue"/>
              </a:rPr>
              <a:t>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858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1116"/>
                </a:solidFill>
                <a:latin typeface="Helvetica Neue"/>
              </a:rPr>
              <a:t>Variant 1 · Hybrid · annual flagship + continuous waves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85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8605A"/>
                </a:solidFill>
                <a:latin typeface="Helvetica Neue"/>
              </a:rPr>
              <a:t>Combines Colosseum model (B) + Akindo (C) — most complete, most ambitious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858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E1116"/>
                </a:solidFill>
                <a:latin typeface="Helvetica Neue"/>
              </a:rPr>
              <a:t>Format: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58896"/>
            <a:ext cx="11185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Annual flagship Buildathon · 30 days online · curated selection 30-50 teams · IRL finale at Apex · prize pool $300-500k cash + pre-seed investment top 5 ($50k × 5 = $250k)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Continuous waves (2-3 per year, between flagships) · 14 days each · pool $50-100k per wave distributed on-chain (RLUSD) to 20-30 projects · milestone-based · no formal jury, community vote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0E1116"/>
                </a:solidFill>
                <a:latin typeface="Helvetica Neue"/>
              </a:rPr>
              <a:t>• Post-flagship accelerator · 8 weeks for top 5 of the flagship · XRPL Commons + Ripple Ventures mentorship · target PMF + first seed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58605A"/>
                </a:solidFill>
                <a:latin typeface="Helvetica Neue"/>
              </a:rPr>
              <a:t>xrpl-builder.vercel.app/en/buildathon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8605A"/>
                </a:solidFill>
                <a:latin typeface="Helvetica Neue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