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17"/>
                </a:solidFill>
                <a:latin typeface="Helvetica Neue"/>
              </a:rPr>
              <a:t>XRPL BUILDER · BUILDATHON PROPOSAL · v0.1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4EFE6"/>
                </a:solidFill>
                <a:latin typeface="Helvetica Neue"/>
              </a:rPr>
              <a:t>Buildathon XRPL Commons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F4EFE6"/>
                </a:solidFill>
                <a:latin typeface="Helvetica Neue"/>
              </a:rPr>
              <a:t>Recommendations summary · 12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10944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One slide per section. The main proposal (recommendation), not the alternatives.</a:t>
            </a:r>
          </a:p>
          <a:p>
            <a:r>
              <a:rPr sz="800" b="0">
                <a:latin typeface="Helvetica Neue"/>
              </a:rPr>
              <a:t/>
            </a:r>
          </a:p>
          <a:p>
            <a:r>
              <a:rPr sz="1400" b="1">
                <a:solidFill>
                  <a:srgbClr val="0E1116"/>
                </a:solidFill>
                <a:latin typeface="Helvetica Neue"/>
              </a:rPr>
              <a:t>Sections covered: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00 · Strategic synthesis — 4 models to arbitrate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01 · Name · 02 · Format &amp; cadence · 03 · Timing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04 · Challenge register · 05 · Prizes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06 · Jury composition · 07 · Criteria · 08 · Teams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09 · Office Hours · 11 · Inspiration · 12 · Final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8605A"/>
                </a:solidFill>
                <a:latin typeface="Helvetica Neue"/>
              </a:rPr>
              <a:t>Source: xrpl-builder.vercel.app/en/buildathon  ·  XRPL Commons committee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Strategic synthesis — 3 models to arbitrate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Hybrid B + C · annual flagship + continuous waves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A 30-day flagship Buildathon (Colosseum model) + 2-3 continuous 14-day waves per year (Akindo model)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The 3 models are not mutually exclusive. The market shows that ecosystems producing serious founders combine a flagship event (strong signal, media coverage, deadline that forces delivery) + an ongoing program (continuous activation, permanent onboarding, milestone-based iteration).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014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year-round ecosystem activity · robust VC pipeline · deadline-driven + iteration-driven · continuous onboarding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2 systems to operate (an event + a platform) · requires on-chain infrastructure for waves · more organizational overhead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Name — what do we call this thing?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Buildathon 30x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Tagline: "30 days · to the power of x" — the mechanic is encoded in the name: 30 days × rewards to the power of x (the rest stays open).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The name encodes the program duration (30 days) and signals that the reward pool can scale (x = variable power). Marketing gold: no other crypto buildathon brand uses this pattern (Solana=Colosseum, Arbitrum=Open House, Akindo=WaveHack, ETHGlobal=city-based) — open market position. Final communication vote stays with the marketing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punchy, memorable, scalable (next year we can do 30² or 30³ without changing brand); directly encodes the duration (Section 02) and signals a program with amplification potential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doesn't say "XRPL" — needs a sub-tag like "Buildathon 30x · XRPL Commons" for context; minor SEO risk ("30^x" can be read in different ways)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2/12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Format &amp; cadence — how long, what rhythm?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30 days · full online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Day 0 kickoff → 28 days build → Day 29 freeze → Day 30 Demo Day. 100% remote.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Compact 30-day sprint, fully online. No travel, no in-person logistics — every team competes on equal footing globally. Long enough to ship a credible MVP + working demo (4 weeks of build), short enough to maintain urgency.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01726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0: Kickoff online, presentation and Q&amp;A session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1 → Day 28: Build phase — 2 office-hour sessions/week (30min each)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29: Pitch deck freeze + Demo freeze — code, deck, video demo all locked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30: Demo Day online (livestream) — mandatory gate: project deployed on XRPL mainnet with measurable on-chain activity via SourceTag (volume, transactions, addresses). Jury review · prizes announcement.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3/12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Timing — when does it happen?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Wed 17 June → Fri 17 July 2026 ·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Kickoff Wed 17 June, Demo Day Fri 17 July — exactly 30 days, fully 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Ships BEFORE the August summer break (builders deliver with code in hand). Aligns with XLS-66 going mainnet (lending live summer 2026). Post-PWG energy (April 2026) still fresh.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4/12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Challenge register — what can teams build?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Registry /opportunities — 39 APP opportunities, 7 themes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The Buildathon challenge register = the APP subset of the unified registry /opportunities (single source of truth · convergence PWG + ATKA + ECO + YC + interviews). The 24 TOOL opps (libraries, primitives, SDKs) are out of scope for the Buildathon — intended for existing teams / core contributors.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The OPPs in the registry are identified opportunities — ideas where we believe a potential need exists (converging signals from PWG + ATKA + ecosystem + YC + founder interviews). They are in no way a restrictive framework. All XRPL projects are allowed and welcome — whether they map to an OPP, combine several, or propose something completely different. The registry is a starting point for builders looking for inspiration, not a mandatory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Tier HIGH (×7 APP challenges) → Grand Prix Bracket. The highest-impact user-facing opps: OPP-017 · B2B Stablecoin FX desk / corridor (b2b)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OPP-030 · Lending Protocol on EVM Sidechain (Morpho-style) (defi)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OPP-034 · Lending front-end on Single Asset Vault (pre-XLS-66) (defi)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OPP-025 · Compliance-native consumer payments (Wise-on-XRPL) (rwat)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OPP-036 · Restaking Protocol for XRP (Babylon-fork) (defi)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5/12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Prizes — what do winners get?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Pool $100k · Hybrid milestone-grants + small prizes + Aquarium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2026 annual dedicated budget — $100k structured in 3 brackets: $50k in major milestone-grants ($10k × 5) + $50k in small prizes (€500 × up to 100 projects) + Aquarium access for 1st place.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Filters out polished demos, rewards real traction (mainnet + users + volume). Inspired by the "RFS + live traction" model (Florence interview).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7342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Project deployed on XRPL mainnet by day 30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Measurable on-chain activity by day 30 via SourceTag: volume · transactions · unique addresses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6/12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Jury composition — who decides?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XRPL Commons (only)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Single-organization jury — clean ownership, fast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XRPL Commons runs the jury alone. Knows the builders, knows the Atlas roadmap, owns the program quality. No coordination overhead, no scheduling nightmare, clear accountability if a result is contested.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53256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simple, fast, clear ownership, no scheduling friction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no external advocacy/accountability balance — risk of being seen as too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7/12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Judging criteria — how is "winning" measured?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4 criteria — simple &amp; weighted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Total = 100%, published to candidates upfront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Simple to communicate, easy to optimize as a team, no overlap. Traction is the new lever (replacing "Distribution thinking" + "Gap fit" combined): in a 30-day full-online format, real signups and demonstrated usage are the most reliable signal of 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8/12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Team composition — size &amp; profile?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Solo or team — no min, no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Maximum accessibility — anyone can apply, alone or with cofounders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minimum — solo applicants are welcome and eligible for all prize tiers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maximum — teams of any size can apply (but jury weights individual contribution clarity in scoring)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Geographic diversity encouraged — fully online format means anyone, anywhere can compete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Aquarium / Hackathon alumni are eligible for the dedicated "From the community" prize (€500)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9/12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09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Office Hours — team support during the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Weekly "ship + visibility" cadence + 2 fixed slots + 1 IRL day at the Commons 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During the 4-week build phase (Day 1 → Day 28, 18 Jun → 15 Jul)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🚢 Weekly Ship Cadence (Guillaume)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3814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Each team ships every week: (1) short video (60-120s) of progress · (2) single-slide deck · (3) user feedback on socials (X post with connected wallet + XRP profile for traceability)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XRPL Commons amplifies: weekly push of the top 5 or 10 on its channels + single public link to view all submissions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Merch reward for the best comments / feedback received by each team (qualified-feedback verification: connected wallet, active XRP profile, no bots)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10/12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🌐 Inspiration — market benchmark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Research conducted May 2026. 4 main models analyzed (Solana Colosseum, ETHGlobal, Anthropic AI hackathons, Akindo/WaveHack) + 1 generic platform (Lablab.ai). Public sources.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6194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Too short (24-48h) → superficial projects, no follow-up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Too open (accept-all) → noise, overwhelmed mentors, diluted quality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100% cash, no accelerator → winners disappear after the check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challenge guide → random projects not aligned with real gaps (XRPL Builder avoids this thanks to /opportunities)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IRL only → entry barrier for non-US/Europe devs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11/12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🎯 Final variants — committee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Variant 1 · Buildathon 30x · Hybrid milestone-grants + XRPL Commons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Simple format, $100k annual pool, milestone-based, integrated in the Academy → Aquarium → Startup Studio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Format: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58896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30-day online Buildathon · open (no curated selection) · target a few hundred → ~1000 users on mainnet per project · mandatory live-traction gate (mainnet deployed + measurable on-chain activity via SourceTag by day…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$100k pool · hybrid structure (cf. Section 05): 5 major prizes × $10k milestone-based ($3k upfront + $3k M1 + $4k M2) = $50k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Up to 100 small prizes × €500 = $50k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Aquarium access (perk) for the 1st major prize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